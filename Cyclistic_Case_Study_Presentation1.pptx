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566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</a:rPr>
              <a:t>Cyclistic Bike-Share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28090"/>
                </a:solidFill>
              </a:rPr>
              <a:t>Case Study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/>
              <a:t>How</a:t>
            </a:r>
            <a:r>
              <a:rPr lang="en-US" sz="1400" i="1" dirty="0">
                <a:solidFill>
                  <a:srgbClr val="64748B"/>
                </a:solidFill>
              </a:rPr>
              <a:t> </a:t>
            </a:r>
            <a:r>
              <a:rPr lang="en-US" sz="1400" i="1" dirty="0"/>
              <a:t>Annual Members and Casual Riders Use Bikes Differently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8104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Date: 02/21/2025</a:t>
            </a:r>
          </a:p>
          <a:p>
            <a:pPr algn="ctr"/>
            <a:r>
              <a:rPr lang="en-US" sz="1400" dirty="0">
                <a:solidFill>
                  <a:srgbClr val="64748B"/>
                </a:solidFill>
              </a:rPr>
              <a:t>Name: Srilatha </a:t>
            </a:r>
            <a:r>
              <a:rPr lang="en-US" sz="1200" dirty="0">
                <a:solidFill>
                  <a:srgbClr val="64748B"/>
                </a:solidFill>
              </a:rPr>
              <a:t>         </a:t>
            </a:r>
          </a:p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Objective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</a:rPr>
              <a:t>How can Cyclistic convert casual riders into annual members?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</a:rPr>
              <a:t>Analyze behavioral differences between annual members and casual riders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</a:rPr>
              <a:t>Identify usage patterns across time, duration, and frequency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</a:rPr>
              <a:t>Provide data-driven marketing recommendations to drive membership conversion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Ride Frequency by Day of Week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154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Insights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1A1A2E"/>
                </a:solidFill>
              </a:rPr>
              <a:t> 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Members ride most on weekdays — routine commute usage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Casual riders peak on weekends — leisure behavior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Clear opportunity to target casuals with commuter messaging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914400"/>
            <a:ext cx="53035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Average Ride Duration by 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154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Insights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1A1A2E"/>
                </a:solidFill>
              </a:rPr>
              <a:t> 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Casual riders take longer trips across all days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Members take shorter, frequent rides — efficiency focused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Casual = recreational, Members = routine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914400"/>
            <a:ext cx="53035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Total Rides by Month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154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Insights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1A1A2E"/>
                </a:solidFill>
              </a:rPr>
              <a:t> 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Member ridership stays consistent year-round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Casual ridership spikes in summer (Jun–Sep)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Spring is the ideal window for conversion campaigns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914400"/>
            <a:ext cx="53035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Rides by Hour of 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154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Insights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1A1A2E"/>
                </a:solidFill>
              </a:rPr>
              <a:t> 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Members peak at 8AM and 5PM — commute hours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Casual riders most active mid-day and evening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Supports targeted messaging by time-of-day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914400"/>
            <a:ext cx="53035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Members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Consistent, commute-driven usage year-round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Peak at rush hours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Short, frequent trips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914400"/>
            <a:ext cx="2743200" cy="457200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Casual Riders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14630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Seasonal — spike in summer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Leisure weekend usage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Longer trips, mid-day &amp; evening peaks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14400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Opportunity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High conversion potential identified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Casual riders are frequent but uncommitted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Incentives can shift behavior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029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Target High-Engagement Casual Riders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331720"/>
            <a:ext cx="5029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Launch Pre-Season Marketing Campaigns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566160"/>
            <a:ext cx="5029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5661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5661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Drive Conversion with Behavioral Incentives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118872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/>
              <a:t>Data reveals two distinct rider profiles. By targeting casual riders with personalized, season-timed, and behavior-based campaigns, Cyclistic can significantly increase annual memberships and long-term revenue.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29260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12280" y="29260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7162" y="2651760"/>
            <a:ext cx="7315200" cy="8119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   </a:t>
            </a:r>
            <a:r>
              <a:rPr lang="en-US" sz="2800" b="1" dirty="0">
                <a:solidFill>
                  <a:srgbClr val="1E2761"/>
                </a:solidFill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292</Words>
  <Application>Microsoft Office PowerPoint</Application>
  <PresentationFormat>On-screen Show (16:9)</PresentationFormat>
  <Paragraphs>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Bike-Share Case Study</dc:title>
  <dc:subject>PptxGenJS Presentation</dc:subject>
  <dc:creator>PptxGenJS</dc:creator>
  <cp:lastModifiedBy>inenisrilatha@gmail.com</cp:lastModifiedBy>
  <cp:revision>5</cp:revision>
  <dcterms:created xsi:type="dcterms:W3CDTF">2026-02-24T18:50:39Z</dcterms:created>
  <dcterms:modified xsi:type="dcterms:W3CDTF">2026-02-25T18:26:55Z</dcterms:modified>
</cp:coreProperties>
</file>